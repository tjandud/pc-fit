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소프트웨어공학 2학기 프로젝트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01 / 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DECISION ADVISOR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 후의 고민을 끝내는
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부품·가격 비교
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가성비 어드바이저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"돈 더 주고 상위 부품을 살 가치가 있을까?"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견적 부품 데이터와 벤치마크 기준표(3DMark·퀘이사존 FPS)를 바탕으로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대비 실제 게임 프레임 상승폭을 표와 그래프로 보여줍니다.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D97BFF">
              <a:alpha val="15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 활용 해결 방안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기획서 및 동작 코드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5029200" cy="4846320"/>
          </a:xfrm>
          <a:prstGeom prst="roundRect">
            <a:avLst>
              <a:gd name="adj" fmla="val 3774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261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부품 비교 &amp; 가성비 어드바이저 미리보기]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1719072"/>
            <a:ext cx="4480560" cy="1143000"/>
          </a:xfrm>
          <a:prstGeom prst="roundRect">
            <a:avLst>
              <a:gd name="adj" fmla="val 12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견적 부품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(TimeSpy 22,900점)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2066544"/>
            <a:ext cx="457200" cy="457200"/>
          </a:xfrm>
          <a:prstGeom prst="ellipse">
            <a:avLst/>
          </a:prstGeom>
          <a:solidFill>
            <a:srgbClr val="FF0080">
              <a:alpha val="2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6404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중인 상위 모델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 Ti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(TimeSpy 27,800점)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3090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01000" y="312724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127248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127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40~60만 원 추가 지출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593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QHD 배그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01000" y="363016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363016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630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232 -&gt; 272 FPS (+17% 상승)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사이버펑크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1000" y="413308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133088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94 -&gt; 116 FPS (+23% 상승)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4709160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00F3FF">
              <a:alpha val="12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4754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판정 결론]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QHD 배그 기준 5070도 이미 232 FPS로 충분!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 유지로 추가 지출 절약 추천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 완성 기반 위에서 2학기 무엇을 추가했는가?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02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89204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 완성 내역 (Baseline)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38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"예산·용도 맞춤 초기 견적 생성"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설문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(용도·예산 입력)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76272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호환성 검증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(소켓·파워 체크)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21024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(8종 부품 도출)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4343400" cy="1417320"/>
          </a:xfrm>
          <a:prstGeom prst="roundRect">
            <a:avLst>
              <a:gd name="adj" fmla="val 9032"/>
            </a:avLst>
          </a:prstGeom>
          <a:solidFill>
            <a:srgbClr val="FF0080">
              <a:alpha val="14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348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[1학기 완료 후 발견된 한계점]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"견적서는 나왔는데, 여기서 돈을 더 주고 윗등급 부품을 살지 말지 몰라서 다시 유튜브·다나와를 뒤져야 하네?"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3474720"/>
            <a:ext cx="502920" cy="411480"/>
          </a:xfrm>
          <a:prstGeom prst="rightArrow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417320"/>
            <a:ext cx="557784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신규 개발 (실제 구현 기능)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9385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"최종 견적 내 AI 가격·성능 비교 &amp; 직관적 시각화"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33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AI 부품 비교 &amp; 가성비 어드바이저 (PartAdvisorCard.vue)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질문 버튼 클릭으로 두 부품의 게임 프레임(FPS) 막대차트와 스펙·가격 비교표 생성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776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하드웨어 벤치마크 기준표 + 부품 DB 연동 (advisorController.js)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점수, 퀘이사존 QHD 평균 FPS, DB 부품 스펙을 AI에게 전달해 정확한 비교 수행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919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네이버 쇼핑 가격비교 구매 연동 (PartCard.vue)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견적의 각 부품 카드에서 [네이버 쇼핑 구매] 버튼으로 실시간 최저가 검색 연결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 — 왜 만들었는가?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견적을 맞춘 뒤 친구들이 겪은 3가지 실제 고민 사례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03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01] 내 친구의 그래픽카드 고민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"견적 다 짰는데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살까, 5070 Ti 살까?"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(VRAM 12GB)   VS   RTX 5070 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(VRAM 16GB)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FF5CA8">
              <a:alpha val="18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약 40~60만 원!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"성능 차이 나는 건 알겠는데, 지금 내가 할 게임과 앞으로 할 게임에 이 돈을 더 주고 사야 하나?"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02] CPU 게이밍 체감 고민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5312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"유튜브에선 무조건 가라는데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35만 원 값어치를 할까?"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5312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라이젠 7500F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21만 원)   VS   7800X3D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56만 원)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00F3FF">
              <a:alpha val="18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2.6배 (+35만 원 차이)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5312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"35만 원 더 쓰면 내 모니터(QHD)에서 실제 프레임(FPS)이 몇이나 오르길래? 글카에 보태는 게 낫지 않나?"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03] 예산 초과 다이어트 고민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4788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"예산보다 20만 원 넘었는데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어디를 낮춰야 손해가 적을까?"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24788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그래픽카드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 낮추기   VS   CPU·메인보드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낮추기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5820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D97BFF">
              <a:alpha val="18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손실 최소 조합은?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788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"20만 원을 아끼고 싶은데, CPU를 낮추는 게 나을지 그래픽카드를 낮추는 게 유리할지 수치로 보고 싶다!"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 — 검색 피로도 해결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하나 비교하려고 여러 사이트를 헤매던 과정을 한 화면으로 통합!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04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4068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: 기존 구매자의 4단계 비교 과정 (수 시간 소요)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02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[1단계] 유튜브 벤치마크 검색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"5070 vs 5070 Ti 프레임"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비교 영상을 일일이 찾아 시청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402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[2단계] 쇼핑몰 가격 비교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다나와·네이버에서 두 부품의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실구매가 차액을 직접 계산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4904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[3단계] 권장 파워·스펙 확인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"파워 용량도 올려야 하나?"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TDP 소비전력 스펙표 재검색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65760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74904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[4단계] 커뮤니티 질문글 작성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돈 더 쓸 가치 있나요?"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달릴 때까지 대기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4892040" cy="594360"/>
          </a:xfrm>
          <a:prstGeom prst="roundRect">
            <a:avLst>
              <a:gd name="adj" fmla="val 18462"/>
            </a:avLst>
          </a:prstGeom>
          <a:solidFill>
            <a:srgbClr val="FF0080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578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[한계] 정보가 여러 사이트에 흩어져 있어 결국 과소비하거나 결정을 못 내림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: PC-FIT 2.0 AI 부품 비교 어드바이저 (원클릭 해결)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1]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FPS 막대차트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배그·사펑·3DMark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시각 비교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2]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가격·스펙 비교표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차액·VRAM·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권장파워 한눈에 대조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2980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0295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3]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가성비 결론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vs 업그레이드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한 줄 판정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4297680"/>
            <a:ext cx="4892040" cy="731520"/>
          </a:xfrm>
          <a:prstGeom prst="roundRect">
            <a:avLst>
              <a:gd name="adj" fmla="val 15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2976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하단에 분석 데이터 출처(퀘이사존·3DMark·Supabase DB)를 함께 표시해 신뢰도 확보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5257800"/>
            <a:ext cx="4892040" cy="594360"/>
          </a:xfrm>
          <a:prstGeom prst="roundRect">
            <a:avLst>
              <a:gd name="adj" fmla="val 18462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2578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[해결] 외부 사이트를 돌아다닐 필요 없이 최종 견적 화면 안에서 즉시 비교·결정!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D97BFF">
              <a:alpha val="15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해결을 위해 인공지능을 활용한 방안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부정확한 스펙을 말하지 않도록 실제 부품 DB와 벤치마크 표를 함께 전달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05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566160" cy="4663440"/>
          </a:xfrm>
          <a:prstGeom prst="roundRect">
            <a:avLst>
              <a:gd name="adj" fmla="val 5128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 · 기준 데이터 전달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프롬프트에 넣어주는 3가지 정보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96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현재 내 견적 &amp; 대안 부품 정보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예산, 용도(게임/작업), 상·하위 대안 모델명 전달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39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Supabase 부품 DB 스펙 조회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parts 테이블에서 비교 대상 부품의 스펙과 기준가 조회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709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782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내장 벤치마크 레퍼런스 표 매칭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점수, 퀘이사존 QHD 배그·사펑 FPS 기준표 전달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3566160"/>
            <a:ext cx="320040" cy="320040"/>
          </a:xfrm>
          <a:prstGeom prst="rightArrow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417320"/>
            <a:ext cx="3108960" cy="466344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· AI 비교 분석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 JSON 데이터 생성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전달받은 실제 벤치마크 수치와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차이를 바탕으로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용도에 맞는 가성비를 분석하고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지정된 JSON 형식으로 응답합니다.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4251960"/>
            <a:ext cx="2651760" cy="1508760"/>
          </a:xfrm>
          <a:prstGeom prst="roundRect">
            <a:avLst>
              <a:gd name="adj" fmla="val 8485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31596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[멀티 AI 모델 연동]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2.5 / 3.5 Flash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GPT-5.1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Sonnet 4.6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(장애 시 다음 모델로 자동 전환)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3566160"/>
            <a:ext cx="320040" cy="320040"/>
          </a:xfrm>
          <a:prstGeom prst="rightArrow">
            <a:avLst/>
          </a:prstGeom>
          <a:solidFill>
            <a:srgbClr val="FF5CA8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417320"/>
            <a:ext cx="3566160" cy="4663440"/>
          </a:xfrm>
          <a:prstGeom prst="roundRect">
            <a:avLst>
              <a:gd name="adj" fmla="val 5128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 · 화면 시각화 출력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줄글 대신 차트와 비교표로 표시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66760" y="2423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2496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1 · 한 줄 최종 추천 결론 (verdict)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부품을 선택해야 이득인지 3줄 요약과 함께 표시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3566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639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2 · 가로 막대그래프 &amp; 스펙 비교표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프레임 막대차트(chartData) + 비교표(tableData)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66760" y="4709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4782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3 · 데이터 출처 배지 (sources)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참조한 벤치마크 출처(3DMark, 퀘이사존, DB) 하단 표시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서비스 기획서 — 실제 구현된 4대 핵심 기능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 페이지(BuilderResultPage.vue)에 구현된 4가지 핵심 기능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06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8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빠른 질문 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견적의 GPU·CPU 대안 부품과 예산 초과 여부를 계산해 가장 많이 고민하는 비교 질문 버튼 3개를 자동 생성합니다.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타자 칠 필요 없이 클릭 비교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8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FPS 차트 &amp; 스펙 비교표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93008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부품의 게임 평균 프레임·3DMark 점수 가로 막대그래프와 가격 차이·VRAM·소비전력 비교표를 나란히 보여줍니다.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93008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vs 성능 차이 직관적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5976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BFF">
              <a:alpha val="18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출처 표시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5936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결과 하단에 Supabase DB 부품 매칭 건수와 3DMark·퀘이사존·TechPowerUp 등 참조 출처를 투명하게 표시합니다.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45936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객관적 수치 근거로 신뢰도 향상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15984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18904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18904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53144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쇼핑 구매 연동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98864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견적의 각 부품 카드에 [네이버 쇼핑 구매] 버튼을 연동하여 클릭 시 해당 부품의 가격비교 검색창으로 바로 이동합니다.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98864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검증 후 실제 구매까지 연결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서비스 기획서 — 실제 구현 화면 (PartAdvisorCard.vue)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고민(RTX 5070 vs RTX 5070 Ti)을 실제 사이트에서 분석한 화면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07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74552" cy="4800600"/>
          </a:xfrm>
          <a:prstGeom prst="roundRect">
            <a:avLst>
              <a:gd name="adj" fmla="val 3810"/>
            </a:avLst>
          </a:prstGeom>
          <a:solidFill>
            <a:srgbClr val="070B1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72768"/>
            <a:ext cx="10725912" cy="594360"/>
          </a:xfrm>
          <a:prstGeom prst="roundRect">
            <a:avLst>
              <a:gd name="adj" fmla="val 18462"/>
            </a:avLst>
          </a:prstGeom>
          <a:solidFill>
            <a:srgbClr val="00F3FF">
              <a:alpha val="14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7276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최종 결론 (verdict)] QHD 게이밍 기준 평균 프레임 격차는 약 18%이나 가격 차이가 크므로 RTX 5070 유지 추천!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04288"/>
            <a:ext cx="5212080" cy="3154680"/>
          </a:xfrm>
          <a:prstGeom prst="roundRect">
            <a:avLst>
              <a:gd name="adj" fmla="val 4058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505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프레임 &amp; 벤치마크 비교 (chartData)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배틀그라운드 (QHD 울트라) — 5070 Ti +17% 우세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1272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3145536"/>
            <a:ext cx="2651760" cy="201168"/>
          </a:xfrm>
          <a:prstGeom prst="roundRect">
            <a:avLst>
              <a:gd name="adj" fmla="val 45455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1272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232 FPS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419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Ti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74520" y="3438144"/>
            <a:ext cx="3108960" cy="201168"/>
          </a:xfrm>
          <a:prstGeom prst="roundRect">
            <a:avLst>
              <a:gd name="adj" fmla="val 45455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4198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272 FPS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사이버펑크 2077 (QHD 높음) — 5070 Ti +23% 우세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133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74520" y="4151376"/>
            <a:ext cx="2514600" cy="201168"/>
          </a:xfrm>
          <a:prstGeom prst="roundRect">
            <a:avLst>
              <a:gd name="adj" fmla="val 45455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133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 FPS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442569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Ti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4443984"/>
            <a:ext cx="3108960" cy="201168"/>
          </a:xfrm>
          <a:prstGeom prst="roundRect">
            <a:avLst>
              <a:gd name="adj" fmla="val 45455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425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116 FPS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4892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Time Spy 그래픽 점수 — 22,900점 vs 27,800점 (+21% 차이)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04288"/>
            <a:ext cx="5330952" cy="3154680"/>
          </a:xfrm>
          <a:prstGeom prst="roundRect">
            <a:avLst>
              <a:gd name="adj" fmla="val 4058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4505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스펙 &amp; 가성비 비교표 (tableData)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852928"/>
          <a:ext cx="4965192" cy="2331720"/>
        </p:xfrm>
        <a:graphic>
          <a:graphicData uri="http://schemas.openxmlformats.org/drawingml/2006/table">
            <a:tbl>
              <a:tblPr/>
              <a:tblGrid>
                <a:gridCol w="1655064"/>
                <a:gridCol w="1655064"/>
                <a:gridCol w="1655064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F3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RTX 5070 (현재)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5C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RTX 5070 Ti (비교)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실구매가 및 차액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부품 (예산 절약)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+약 40~60만 원 추가 지출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3DMark Time Spy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22,900점 (100%)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27,800점 (+21% 우세)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VRAM / 소비전력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GDDR7 12GB / 250W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GDDR7 16GB / 300W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 선택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FHD·QHD 가성비 게이밍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4K 고해상도·16GB 필요 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31520" y="5577840"/>
            <a:ext cx="10725912" cy="411480"/>
          </a:xfrm>
          <a:prstGeom prst="roundRect">
            <a:avLst>
              <a:gd name="adj" fmla="val 17778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[분석 데이터 출처 (sources)] UL 3DMark Time Spy · 퀘이사존 QHD 실측 벤치마크 · PC-Fit Supabase 부품 DB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동작하는 코드 (Working Code)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프로젝트에 실제 구현된 advisorController.js &amp; PartAdvisorCard.vue 코드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08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40680" cy="3749040"/>
          </a:xfrm>
          <a:prstGeom prst="roundRect">
            <a:avLst>
              <a:gd name="adj" fmla="val 3902"/>
            </a:avLst>
          </a:prstGeom>
          <a:solidFill>
            <a:srgbClr val="050811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back/src/controllers/advisorController.js (Backend)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POST /api/v1/recommend/compare-advisor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exports.compareAdvisor = async (req, res)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{ question, currentBuild, totalPrice, budget, usage } = req.body;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// 1. Supabase parts DB 조회 + 공인 벤치마크(3DMark·퀘이사존) 매칭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[dbParts, benchRef] = await Promise.all([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queryDbPartsForComparison(currentBuild, question),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Promise.resolve(matchBenchmarksForContext(currentBuild, question))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]);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// 2. 컨텍스트 생성 후 AI 모델 호출 &amp; JSON 정규화 반환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buildContext = formatBuildContext(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currentBuild, totalPrice, budget, usage, '', dbParts, benchRef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normalizedData = normalizeAdvisorResponse(parsedResult, currentBuild);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return res.json({ success: true, data: normalizedData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53035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00F3FF">
              <a:alpha val="12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3492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[백엔드 핵심 동작]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queryDbPartsForComparison으로 DB 스펙을 조회하고 matchBenchmarksForContext로 3DMark·퀘이사존 FPS를 매칭해 AI에게 전달합니다.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40680" cy="3749040"/>
          </a:xfrm>
          <a:prstGeom prst="roundRect">
            <a:avLst>
              <a:gd name="adj" fmla="val 3902"/>
            </a:avLst>
          </a:prstGeom>
          <a:solidFill>
            <a:srgbClr val="050811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front/src/components/domain/PartAdvisorCard.vue (Frontend)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빠른 질문 칩 클릭 또는 직접 질문 시 백엔드 API 호출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async submitQuestion(customQuery)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q = (customQuery || this.questionInput || '').trim();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res = await api.post('recommend/compare-advisor',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question: q,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currentBuild: this.parts, // 현재 견적 부품 8종 전달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totalPrice: this.totalPrice,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budget: this.budget,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usage: this.usage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this.result = res.data.data; // chartData·tableData·sources 바인딩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두 부품의 수치 비율로 가로 막대그래프 너비(%) 계산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getBarWidth(valA, valB, targetVal)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max = Math.max(Number(valA) || 0, Number(valB) || 0,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return Math.min(Math.max(Math.round((targetVal / max) * 100), 12), 100);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53035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F0080">
              <a:alpha val="12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53492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[프론트엔드 핵심 동작]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recommend/compare-advisor 응답 데이터를 받아 getBarWidth()로 두 부품의 상대 성능 막대그래프 너비(%)를 계산해 화면에 그립니다.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 &amp; FUTURE 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핵심 성과 요약 및 아쉬운 점 · 향후 개선 방향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09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39312" cy="1325880"/>
          </a:xfrm>
          <a:prstGeom prst="roundRect">
            <a:avLst>
              <a:gd name="adj" fmla="val 11034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비교·검증 과정 단축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즉시 비교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유튜브·다나와 다중 검색 불필요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371600"/>
            <a:ext cx="3639312" cy="1325880"/>
          </a:xfrm>
          <a:prstGeom prst="roundRect">
            <a:avLst>
              <a:gd name="adj" fmla="val 11034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630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소비 의사결정 지원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173736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30~60만 원 절감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251960" y="228600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모니터·게임 맞춤 등급 선택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639312" cy="1325880"/>
          </a:xfrm>
          <a:prstGeom prst="roundRect">
            <a:avLst>
              <a:gd name="adj" fmla="val 11034"/>
            </a:avLst>
          </a:prstGeom>
          <a:solidFill>
            <a:srgbClr val="0F162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4630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신뢰도 &amp; 출처 명시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173736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벤치마크 기반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46720" y="228600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3DMark·퀘이사존·부품 DB 결합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[개발하며 느낀 아쉬운 점 (한계점)]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4892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실시간 쇼핑몰 특가·재고 변동의 완벽한 자동 동기화 한계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쇼핑 최저가 검색 버튼은 연동했지만, 컴퓨존·다나와 등 현금몰의 실시간 품절 상태나 일일 특가 변동을 내부 DB 가격에 100% 실시간으로 자동 크롤링해 반영하지 못한 점이 아쉬움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벤치마크 비교 기준이 메이저 인기 게임 위주로 한정됨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배그·사이버펑크·몬헌와일즈 등 대표 게임 평균 FPS는 정확하지만, 최신 스팀 인디 게임이나 특수 전문 작업 프로그램의 세밀한 실측 표본이 아직 부족함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8036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[향후 고도화 및 개선 방향]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4892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부품 시세 변동 그래프 &amp; '매수 타이밍' AI 알림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3개월 부품 가격 추이를 차트로 보여주고, "지금이 저점 근처입니다 vs 신제품 출시 전이니 잠시 대기하세요"를 알려주는 구매 시기 가이드 추가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실사용자 벤치마크(3DMark) 후기 데이터 누적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견적을 맞춘 실제 유저들이 자신의 실측 프레임과 3DMark 점수를 커뮤니티에 인증·공유하여 비교 DB가 지속적으로 확장되는 구조 구축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소프트웨어공학 2학기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PC-FIT 2.0 발표자료</dc:title>
  <dc:subject>PC-FIT 2.0 AI 부품·가격 비교 어드바이저</dc:subject>
  <dc:creator>PC-FIT Team</dc:creator>
  <cp:lastModifiedBy>PC-FIT Team</cp:lastModifiedBy>
  <cp:revision>1</cp:revision>
  <dcterms:created xsi:type="dcterms:W3CDTF">2026-10-21T08:45:18Z</dcterms:created>
  <dcterms:modified xsi:type="dcterms:W3CDTF">2026-10-21T08:45:18Z</dcterms:modified>
</cp:coreProperties>
</file>